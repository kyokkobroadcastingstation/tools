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16161"/>
    <a:srgbClr val="B3ECBF"/>
    <a:srgbClr val="B6EDC1"/>
    <a:srgbClr val="B4EBC0"/>
    <a:srgbClr val="15325A"/>
    <a:srgbClr val="C2EF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83E3AE-A136-473C-DB93-6D063F21B4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1266732-111D-DB91-C780-E8C8CC3CD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5E2FCF-3A09-656D-77C2-0E72576AE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B79E2-8302-4E11-B148-1B755793A515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F6A295-BF2E-8519-D1B6-7D5080EEF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FCD657-A214-2C18-653C-DE3E27D8F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4B1A-339C-4B99-8373-21597E0C64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4646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68E19E-3043-4444-DF6B-C49E2647B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7B6187-5192-DA4A-765A-BF6029A74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49664B-32D5-53C1-6249-8DCCD3AE2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B79E2-8302-4E11-B148-1B755793A515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C606EC-13DD-9462-5DDD-591C88E16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B0E2B5-468D-CDE3-0750-86139A19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4B1A-339C-4B99-8373-21597E0C64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3683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D4ABAB-9EED-CC92-6CF6-9242721CC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C62130-2A97-EEF0-2F99-60857A1AA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DF7DAC-D333-62F0-6579-361727C0E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B79E2-8302-4E11-B148-1B755793A515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7D9246-050B-AFDD-82AC-998A1120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3CA193-314B-8D68-E90B-BA88C1A13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4B1A-339C-4B99-8373-21597E0C64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7713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F1B5BD-CC81-1F26-17DD-CB40AB5BB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0567AF-3905-2101-3CC9-D193CB8554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4A630D0-54C7-52ED-793B-704389A9D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8C7A24-ED53-C711-DC52-CF9B06F4D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B79E2-8302-4E11-B148-1B755793A515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FA5364-7C5B-6E82-C459-D1C5B1346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85A0A7-F6B0-7F32-3775-9B9E1E25B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4B1A-339C-4B99-8373-21597E0C64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0900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6C59DD-F8A8-3626-916E-D107013DD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3F4644-96F9-AC3F-46BB-089CEF827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CC48A1E-563B-DC80-8A57-631D7E940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5B73D17-7CC4-FDE1-9014-9CC771EB7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26AA37A-3370-D626-6D6F-2B7E6E3A33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88DFF35-6368-FCF3-C0A4-C1983BB57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B79E2-8302-4E11-B148-1B755793A515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1039941-283A-F06C-CF93-2D391ABD9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A492494-9C4F-9F4C-94FC-399FF8C25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4B1A-339C-4B99-8373-21597E0C64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9540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6CCC1C-0308-1F3E-70E3-2CC8D0B2E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6328C8F-1F89-3D55-6CB3-741B43B20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B79E2-8302-4E11-B148-1B755793A515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05A32C0-9113-2C1E-D799-B41D25030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4E54E93-64E7-40D5-5EE8-1C2CF4161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4B1A-339C-4B99-8373-21597E0C64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1838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E54A8E-0034-073C-0914-6B415E2A4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B79E2-8302-4E11-B148-1B755793A515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1F436C1-4D36-ACD2-69AE-555D911A8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C63911C-7F02-8963-B017-D02AC5789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4B1A-339C-4B99-8373-21597E0C64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4492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813B96-FD9C-E6A0-77CB-4872F79A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2630FF-922E-7920-7752-85331DF37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2FAC9DA-D911-5E13-6E09-0A3CE5627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E21D8D-EDBD-B9E1-060E-3C75CEE98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B79E2-8302-4E11-B148-1B755793A515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93A3ECC-4166-66FB-A806-74D442BB1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8F26DD7-B604-0D60-8E54-185704259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4B1A-339C-4B99-8373-21597E0C64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6834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502A1C-0966-B18D-69D1-DF9A83177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DB7EADB-A584-8F42-87E7-7FF6D15496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D28C3BF-8E17-21D0-EA7B-8E2B0FF95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BB87C9C-907F-2A95-A122-680CDBACD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B79E2-8302-4E11-B148-1B755793A515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291F2CF-09A7-B61C-253C-9B0FD70A6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5BFCC4-364D-207F-FA64-BADB87545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4B1A-339C-4B99-8373-21597E0C64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0422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1B3D5F-6DD7-9B1D-DA95-8884EAA96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27B5DCE-43E2-0C8B-7A57-ECDD78F161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13EB97-3627-CCC3-D9D1-A67239455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B79E2-8302-4E11-B148-1B755793A515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F403FA-734F-CB9E-9CC7-0590E8CD1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2AF924-8F9B-D102-1C0D-4508FA149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4B1A-339C-4B99-8373-21597E0C64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401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EC5C52A-B247-490E-50B8-95FE937A6C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FDED2BC-E19F-9A76-069A-32FBF6865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3F399D-F95A-3D09-ECF6-0C57D115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B79E2-8302-4E11-B148-1B755793A515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CD68BF-FEE8-4277-7B84-0953E2F6D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62E180-EF20-A210-35EB-585C50E2A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94B1A-339C-4B99-8373-21597E0C64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5987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4E34604-CAF5-B494-B40D-849EA5F3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B02F58-EB2B-7878-A3F2-B9B908822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37D9F-4937-7DAB-884E-59BBE61003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3B79E2-8302-4E11-B148-1B755793A515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61AFD2-CAD1-B3AD-F78D-F39DFE7C8A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920A77-B617-44D6-49FC-6EDA9611B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94B1A-339C-4B99-8373-21597E0C64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5149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9E7A32-6A71-03EB-F713-D7002F4021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7F41F36-EE6A-67A0-E9AA-60EF9315C1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4F6FA49-A4C2-93CF-F76D-BF3184F71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1E626F5-852D-C3C2-175D-462ED5DDD036}"/>
              </a:ext>
            </a:extLst>
          </p:cNvPr>
          <p:cNvSpPr/>
          <p:nvPr/>
        </p:nvSpPr>
        <p:spPr>
          <a:xfrm>
            <a:off x="11443854" y="6179127"/>
            <a:ext cx="526473" cy="491980"/>
          </a:xfrm>
          <a:prstGeom prst="rect">
            <a:avLst/>
          </a:prstGeom>
          <a:solidFill>
            <a:srgbClr val="C2EF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793DA37-8377-7891-2378-1AE87C4C0E5B}"/>
              </a:ext>
            </a:extLst>
          </p:cNvPr>
          <p:cNvSpPr/>
          <p:nvPr/>
        </p:nvSpPr>
        <p:spPr>
          <a:xfrm>
            <a:off x="11665527" y="5933137"/>
            <a:ext cx="526473" cy="491980"/>
          </a:xfrm>
          <a:prstGeom prst="rect">
            <a:avLst/>
          </a:prstGeom>
          <a:solidFill>
            <a:srgbClr val="C2EF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65C46C8-46E4-0427-C41A-0CFD4FD81E37}"/>
              </a:ext>
            </a:extLst>
          </p:cNvPr>
          <p:cNvSpPr txBox="1"/>
          <p:nvPr/>
        </p:nvSpPr>
        <p:spPr>
          <a:xfrm>
            <a:off x="6696364" y="673680"/>
            <a:ext cx="4424218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3600" b="1" spc="300" dirty="0">
                <a:solidFill>
                  <a:srgbClr val="15325A"/>
                </a:solidFill>
                <a:latin typeface="LINE Seed JP_OTF ExtraBold" panose="02020800000000000000" pitchFamily="18" charset="-128"/>
                <a:ea typeface="LINE Seed JP_OTF ExtraBold" panose="02020800000000000000" pitchFamily="18" charset="-128"/>
              </a:rPr>
              <a:t>SNS</a:t>
            </a:r>
            <a:r>
              <a:rPr kumimoji="1" lang="ja-JP" altLang="en-US" sz="3600" b="1" spc="300" dirty="0">
                <a:solidFill>
                  <a:srgbClr val="15325A"/>
                </a:solidFill>
                <a:latin typeface="LINE Seed JP_OTF ExtraBold" panose="02020800000000000000" pitchFamily="18" charset="-128"/>
                <a:ea typeface="LINE Seed JP_OTF ExtraBold" panose="02020800000000000000" pitchFamily="18" charset="-128"/>
              </a:rPr>
              <a:t>用</a:t>
            </a:r>
            <a:endParaRPr kumimoji="1" lang="en-US" altLang="ja-JP" sz="3600" b="1" spc="300" dirty="0">
              <a:solidFill>
                <a:srgbClr val="15325A"/>
              </a:solidFill>
              <a:latin typeface="LINE Seed JP_OTF ExtraBold" panose="02020800000000000000" pitchFamily="18" charset="-128"/>
              <a:ea typeface="LINE Seed JP_OTF ExtraBold" panose="02020800000000000000" pitchFamily="18" charset="-128"/>
            </a:endParaRPr>
          </a:p>
          <a:p>
            <a:r>
              <a:rPr kumimoji="1" lang="ja-JP" altLang="en-US" sz="3600" b="1" spc="300" dirty="0">
                <a:solidFill>
                  <a:srgbClr val="15325A"/>
                </a:solidFill>
                <a:latin typeface="LINE Seed JP_OTF ExtraBold" panose="02020800000000000000" pitchFamily="18" charset="-128"/>
                <a:ea typeface="LINE Seed JP_OTF ExtraBold" panose="02020800000000000000" pitchFamily="18" charset="-128"/>
              </a:rPr>
              <a:t>画像加工ツール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6CFF586-0129-8F9F-D5DD-31F04B0F9ED0}"/>
              </a:ext>
            </a:extLst>
          </p:cNvPr>
          <p:cNvSpPr txBox="1"/>
          <p:nvPr/>
        </p:nvSpPr>
        <p:spPr>
          <a:xfrm>
            <a:off x="5403266" y="6366429"/>
            <a:ext cx="4913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Noto Sans JP DemiLight" panose="020B0200000000000000" pitchFamily="50" charset="-128"/>
                <a:ea typeface="Noto Sans JP DemiLight" panose="020B0200000000000000" pitchFamily="50" charset="-128"/>
              </a:rPr>
              <a:t>※</a:t>
            </a:r>
            <a:r>
              <a:rPr kumimoji="1" lang="ja-JP" altLang="en-US" dirty="0">
                <a:latin typeface="Noto Sans JP DemiLight" panose="020B0200000000000000" pitchFamily="50" charset="-128"/>
                <a:ea typeface="Noto Sans JP DemiLight" panose="020B0200000000000000" pitchFamily="50" charset="-128"/>
              </a:rPr>
              <a:t>この画像は</a:t>
            </a:r>
            <a:r>
              <a:rPr kumimoji="1" lang="en-US" altLang="ja-JP" dirty="0" err="1">
                <a:latin typeface="Noto Sans JP DemiLight" panose="020B0200000000000000" pitchFamily="50" charset="-128"/>
                <a:ea typeface="Noto Sans JP DemiLight" panose="020B0200000000000000" pitchFamily="50" charset="-128"/>
              </a:rPr>
              <a:t>GoogleGemini</a:t>
            </a:r>
            <a:r>
              <a:rPr kumimoji="1" lang="ja-JP" altLang="en-US" dirty="0">
                <a:latin typeface="Noto Sans JP DemiLight" panose="020B0200000000000000" pitchFamily="50" charset="-128"/>
                <a:ea typeface="Noto Sans JP DemiLight" panose="020B0200000000000000" pitchFamily="50" charset="-128"/>
              </a:rPr>
              <a:t>の生成です。</a:t>
            </a:r>
          </a:p>
        </p:txBody>
      </p:sp>
    </p:spTree>
    <p:extLst>
      <p:ext uri="{BB962C8B-B14F-4D97-AF65-F5344CB8AC3E}">
        <p14:creationId xmlns:p14="http://schemas.microsoft.com/office/powerpoint/2010/main" val="3088177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A93CD-AD1E-0523-B0C3-3A19BF282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5E2EB491-FE02-2064-2073-CC92C6402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ABC0193-2CC4-113F-B4AE-D5A992DA4A45}"/>
              </a:ext>
            </a:extLst>
          </p:cNvPr>
          <p:cNvSpPr/>
          <p:nvPr/>
        </p:nvSpPr>
        <p:spPr>
          <a:xfrm>
            <a:off x="11180616" y="6014461"/>
            <a:ext cx="526473" cy="491980"/>
          </a:xfrm>
          <a:prstGeom prst="rect">
            <a:avLst/>
          </a:prstGeom>
          <a:solidFill>
            <a:srgbClr val="B4EB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C193A02-BA28-E46E-B674-E2B49E9322DA}"/>
              </a:ext>
            </a:extLst>
          </p:cNvPr>
          <p:cNvSpPr/>
          <p:nvPr/>
        </p:nvSpPr>
        <p:spPr>
          <a:xfrm>
            <a:off x="11476177" y="6014461"/>
            <a:ext cx="526473" cy="491980"/>
          </a:xfrm>
          <a:prstGeom prst="rect">
            <a:avLst/>
          </a:prstGeom>
          <a:solidFill>
            <a:srgbClr val="B3EC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992D6B4-39CF-A5B9-6DDA-DC7A9C940431}"/>
              </a:ext>
            </a:extLst>
          </p:cNvPr>
          <p:cNvSpPr/>
          <p:nvPr/>
        </p:nvSpPr>
        <p:spPr>
          <a:xfrm>
            <a:off x="3796141" y="4808395"/>
            <a:ext cx="3796151" cy="19749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1F05E98-0734-9FF1-62A6-F725DB455703}"/>
              </a:ext>
            </a:extLst>
          </p:cNvPr>
          <p:cNvSpPr/>
          <p:nvPr/>
        </p:nvSpPr>
        <p:spPr>
          <a:xfrm>
            <a:off x="4197919" y="5781243"/>
            <a:ext cx="3796151" cy="878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2D5DF77-BB7E-AE86-2060-F7DD29E18C86}"/>
              </a:ext>
            </a:extLst>
          </p:cNvPr>
          <p:cNvSpPr txBox="1"/>
          <p:nvPr/>
        </p:nvSpPr>
        <p:spPr>
          <a:xfrm>
            <a:off x="3639121" y="6120069"/>
            <a:ext cx="4913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Noto Sans JP DemiLight" panose="020B0200000000000000" pitchFamily="50" charset="-128"/>
                <a:ea typeface="Noto Sans JP DemiLight" panose="020B0200000000000000" pitchFamily="50" charset="-128"/>
              </a:rPr>
              <a:t>※</a:t>
            </a:r>
            <a:r>
              <a:rPr kumimoji="1" lang="ja-JP" altLang="en-US" dirty="0">
                <a:latin typeface="Noto Sans JP DemiLight" panose="020B0200000000000000" pitchFamily="50" charset="-128"/>
                <a:ea typeface="Noto Sans JP DemiLight" panose="020B0200000000000000" pitchFamily="50" charset="-128"/>
              </a:rPr>
              <a:t>この画像は</a:t>
            </a:r>
            <a:r>
              <a:rPr kumimoji="1" lang="en-US" altLang="ja-JP" dirty="0" err="1">
                <a:latin typeface="Noto Sans JP DemiLight" panose="020B0200000000000000" pitchFamily="50" charset="-128"/>
                <a:ea typeface="Noto Sans JP DemiLight" panose="020B0200000000000000" pitchFamily="50" charset="-128"/>
              </a:rPr>
              <a:t>GoogleGemini</a:t>
            </a:r>
            <a:r>
              <a:rPr kumimoji="1" lang="ja-JP" altLang="en-US" dirty="0">
                <a:latin typeface="Noto Sans JP DemiLight" panose="020B0200000000000000" pitchFamily="50" charset="-128"/>
                <a:ea typeface="Noto Sans JP DemiLight" panose="020B0200000000000000" pitchFamily="50" charset="-128"/>
              </a:rPr>
              <a:t>の生成です。</a:t>
            </a:r>
          </a:p>
        </p:txBody>
      </p:sp>
    </p:spTree>
    <p:extLst>
      <p:ext uri="{BB962C8B-B14F-4D97-AF65-F5344CB8AC3E}">
        <p14:creationId xmlns:p14="http://schemas.microsoft.com/office/powerpoint/2010/main" val="4177140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ワイド画面</PresentationFormat>
  <Paragraphs>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LINE Seed JP_OTF ExtraBold</vt:lpstr>
      <vt:lpstr>Noto Sans JP DemiLight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侑星 佐藤</dc:creator>
  <cp:lastModifiedBy>侑星 佐藤</cp:lastModifiedBy>
  <cp:revision>1</cp:revision>
  <dcterms:created xsi:type="dcterms:W3CDTF">2025-12-27T06:13:29Z</dcterms:created>
  <dcterms:modified xsi:type="dcterms:W3CDTF">2025-12-27T06:13:49Z</dcterms:modified>
</cp:coreProperties>
</file>